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6"/>
  </p:notesMasterIdLst>
  <p:sldIdLst>
    <p:sldId id="256" r:id="rId2"/>
    <p:sldId id="257" r:id="rId3"/>
    <p:sldId id="258" r:id="rId4"/>
    <p:sldId id="265" r:id="rId5"/>
  </p:sldIdLst>
  <p:sldSz cx="9144000" cy="5143500" type="screen16x9"/>
  <p:notesSz cx="6858000" cy="9144000"/>
  <p:embeddedFontLst>
    <p:embeddedFont>
      <p:font typeface="Oswald" panose="00000500000000000000" pitchFamily="2" charset="0"/>
      <p:regular r:id="rId7"/>
      <p:bold r:id="rId8"/>
    </p:embeddedFont>
    <p:embeddedFont>
      <p:font typeface="Source Code Pro" panose="020B0509030403020204" pitchFamily="49" charset="0"/>
      <p:regular r:id="rId9"/>
      <p:bold r:id="rId10"/>
      <p:italic r:id="rId11"/>
      <p:boldItalic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704" y="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c6f80d1f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c6f80d1f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c6f80d1f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c6f80d1ff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c6f80d1f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c6f80d1f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c6f80d1ff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c6f80d1ff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Google Shape;20;p4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Google Shape;25;p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Google Shape;34;p7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1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Google Shape;52;p11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odern-writer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6" r:id="rId6"/>
    <p:sldLayoutId id="2147483657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Gleidson Gabriel Fraga de Oliveira</a:t>
            </a:r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Estudante de Ciências da Computação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Sobre mim</a:t>
            </a:r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pt-BR" dirty="0"/>
              <a:t>Estudante de Ciência da Computação, em início de graduação, com interesse em tecnologia e desenvolvimento profissional. Possui perfil comunicativo, proativo e com facilidade para aprender. Gosta de manter uma rotina equilibrada, incluindo atividades físicas, aprecia música, cinema, viagens e esportes coletivos, o que contribui para o desenvolvimento de trabalho em equipe e disciplina.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" name="Google Shape;74;p15"/>
          <p:cNvCxnSpPr/>
          <p:nvPr/>
        </p:nvCxnSpPr>
        <p:spPr>
          <a:xfrm>
            <a:off x="-6875" y="2900700"/>
            <a:ext cx="91509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Competências e conhecimentos</a:t>
            </a:r>
            <a:endParaRPr/>
          </a:p>
        </p:txBody>
      </p:sp>
      <p:sp>
        <p:nvSpPr>
          <p:cNvPr id="76" name="Google Shape;76;p15"/>
          <p:cNvSpPr/>
          <p:nvPr/>
        </p:nvSpPr>
        <p:spPr>
          <a:xfrm>
            <a:off x="354025" y="2221475"/>
            <a:ext cx="1464300" cy="1418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5"/>
          <p:cNvSpPr txBox="1"/>
          <p:nvPr/>
        </p:nvSpPr>
        <p:spPr>
          <a:xfrm>
            <a:off x="421225" y="2596750"/>
            <a:ext cx="13299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Proatividade e vontade de aprender</a:t>
            </a:r>
            <a:endParaRPr sz="1200" dirty="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2253122" y="1423415"/>
            <a:ext cx="2954700" cy="2954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5"/>
          <p:cNvSpPr txBox="1"/>
          <p:nvPr/>
        </p:nvSpPr>
        <p:spPr>
          <a:xfrm>
            <a:off x="2253125" y="2596750"/>
            <a:ext cx="2853567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 dirty="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Trabalho em equipe</a:t>
            </a:r>
            <a:endParaRPr sz="2500" dirty="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5709825" y="2147350"/>
            <a:ext cx="1704000" cy="1506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5"/>
          <p:cNvSpPr txBox="1"/>
          <p:nvPr/>
        </p:nvSpPr>
        <p:spPr>
          <a:xfrm>
            <a:off x="5829675" y="2626450"/>
            <a:ext cx="1464300" cy="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Boa comunicação e relacionamento interpessoal</a:t>
            </a:r>
            <a:endParaRPr sz="1100" dirty="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7718079" y="2394636"/>
            <a:ext cx="1251762" cy="1012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5"/>
          <p:cNvSpPr txBox="1"/>
          <p:nvPr/>
        </p:nvSpPr>
        <p:spPr>
          <a:xfrm>
            <a:off x="7677571" y="2709875"/>
            <a:ext cx="1332777" cy="4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Organização e responsabilidade</a:t>
            </a:r>
            <a:endParaRPr sz="900" dirty="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>
            <a:spLocks noGrp="1"/>
          </p:cNvSpPr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Contato</a:t>
            </a:r>
            <a:endParaRPr/>
          </a:p>
        </p:txBody>
      </p:sp>
      <p:sp>
        <p:nvSpPr>
          <p:cNvPr id="138" name="Google Shape;138;p22"/>
          <p:cNvSpPr txBox="1">
            <a:spLocks noGrp="1"/>
          </p:cNvSpPr>
          <p:nvPr>
            <p:ph type="body" idx="1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dirty="0"/>
              <a:t>Seu nome: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/>
              <a:t>Gleidson Gabriel Fraga de Oliveira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pt-BR" sz="1400"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/>
              <a:t>Email: </a:t>
            </a:r>
            <a:endParaRPr sz="1400" dirty="0"/>
          </a:p>
        </p:txBody>
      </p:sp>
      <p:pic>
        <p:nvPicPr>
          <p:cNvPr id="139" name="Google Shape;139;p22" descr="Foto de baixo para cima da ponte Golden Gate com fundo de céu azul"/>
          <p:cNvPicPr preferRelativeResize="0"/>
          <p:nvPr/>
        </p:nvPicPr>
        <p:blipFill rotWithShape="1">
          <a:blip r:embed="rId3">
            <a:alphaModFix/>
          </a:blip>
          <a:srcRect l="19072" t="10" r="4854"/>
          <a:stretch/>
        </p:blipFill>
        <p:spPr>
          <a:xfrm>
            <a:off x="3274676" y="0"/>
            <a:ext cx="5869325" cy="51435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1AFD1"/>
      </a:accent5>
      <a:accent6>
        <a:srgbClr val="F8E71C"/>
      </a:accent6>
      <a:hlink>
        <a:srgbClr val="01AFD1"/>
      </a:hlink>
      <a:folHlink>
        <a:srgbClr val="01AFD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</Words>
  <Application>Microsoft Office PowerPoint</Application>
  <PresentationFormat>Apresentação na tela (16:9)</PresentationFormat>
  <Paragraphs>14</Paragraphs>
  <Slides>4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8" baseType="lpstr">
      <vt:lpstr>Source Code Pro</vt:lpstr>
      <vt:lpstr>Oswald</vt:lpstr>
      <vt:lpstr>Arial</vt:lpstr>
      <vt:lpstr>Modern Writer</vt:lpstr>
      <vt:lpstr>Gleidson Gabriel Fraga de Oliveira</vt:lpstr>
      <vt:lpstr>Sobre mim</vt:lpstr>
      <vt:lpstr>Competências e conhecimentos</vt:lpstr>
      <vt:lpstr>Contato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Katiane fraga</dc:creator>
  <cp:lastModifiedBy>Katiane fraga</cp:lastModifiedBy>
  <cp:revision>2</cp:revision>
  <dcterms:modified xsi:type="dcterms:W3CDTF">2026-05-14T18:00:27Z</dcterms:modified>
</cp:coreProperties>
</file>